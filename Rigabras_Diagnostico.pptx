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RODOVIÁRIO INTERNACIONAL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Rigabras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33756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observados, oportunidades de melhoria e divergências identificadas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a partir de fontes públicas — set/2026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195560" y="822960"/>
            <a:ext cx="1554480" cy="155448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61320" y="4206240"/>
            <a:ext cx="1005840" cy="100584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ADCF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5727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 operação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892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Perfil, certificações e diferenciais da Rigabras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4871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Divergências identificadas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8072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 entre canais, dados e posicionamento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015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melhoria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7216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digital, operação/fronteira, frota e armazém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343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315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referência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6360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 mercado para comparação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52303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5504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sugerida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da operação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Transportadora rodoviária internacional + Armazém Geral — Uruguaiana/RS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28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operação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 em 2002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606040" cy="1828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918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20.000 m²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logístico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5.500 m² de depósito coberto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35040" y="1600200"/>
            <a:ext cx="2606040" cy="1828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350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habilitados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· BO · CL · PY · UY · PE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1600200"/>
            <a:ext cx="2606040" cy="1828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78240" y="17830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450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certificações ISO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2788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9001 · 14001 · 45001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11091672" cy="2331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Diferenciais divulgados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" y="44348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Frota própria Scania® + carretas Randon®, com agregados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Rastreamento híbrido Autotrac Prime® (satélite + celular)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Certificação OEA-Segurança — só ~10% das transportadoras internacionais do país possuem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patrimonial 24h × 365 dias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Sócios atuantes na ABTI (diretoria 2026–2027)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Divergências identificadas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Inconsistências encontradas entre site, redes sociais e cadastros oficiais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13716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8105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Filiais desatualizadas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06654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ainda divulga a filial de São Paulo, baixada desde 21/07/2020. A filial de Barra Mansa/RJ (ativa desde 2020, coberta pelo OEA) não aparece no site.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13716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181051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1810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175564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habilitados incompletos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206654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Bolívia e Peru (habilitado desde 17/07/2025, 1ª entrega no Peru em jan/2026) não constam na comunicação institucional.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5440680" cy="13716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3649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de atuação contraditório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62102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landing page afirma "não fazemos transporte em território nacional", enquanto posts mais antigos mencionam atuação nacional e internacional.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3200400"/>
            <a:ext cx="5440680" cy="13716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36499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contato divergentes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62102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incorreto divulgado (deveria ser 55); erros de grafia recorrentes ("Rigibras", "Random" em vez de Randon).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754880"/>
            <a:ext cx="5440680" cy="13716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9194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4919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4864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Divergência de infraestrutura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1143000" y="517550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site institucional informa 48 câmeras de CFTV, enquanto a página do armazém informa 64 câmeras.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4754880"/>
            <a:ext cx="5440680" cy="13716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919472"/>
            <a:ext cx="292608" cy="292608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4919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486460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digital inconsistente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812280" y="5175504"/>
            <a:ext cx="4663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 com posts duplicados; Instagram sem publicações desde jul/2024; site desatualizado desde 2022–2023.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Melhoria: Presença Digital e Comercial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a filial de São Paulo (baixada) do site; incluir Barra Mansa e a unidade Argentina (Paso de los Libres)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a lista de países habilitados, incluindo Bolívia e o diferencial recente do Peru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83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DDD, unificar a informação de câmeras (48 x 64) e revisar erros de grafia ("Rigibras", "Random")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210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753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Esclarecer publicamente se a empresa realiza transporte nacional e se aceita cargas perigosas/perecíveis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422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posts duplicados do blog, retomar publicações no Instagram e divulgar cases, números de frota/viagens e o selo OEA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Melhoria: Operação e Fronteira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KPIs de fronteira: tempo agendamento → gate → desembaraço → saída, além de retrabalho de CRT/MIC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87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414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checklist de validação documental antes do embarque (CRT × fatura × MIC) — principal causa de atraso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54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054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0083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ao máximo os benefícios do OEA-S (prioridade, dispensa de garantia) e monitorar a transição para DUIMP (01/12/2026), CIOT e Sistema VAI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2102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6210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5753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Estruturar plano de contingência para greves de auditores, cheias do Rio Uruguai e fechamentos como o do Cristo Redentor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18795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1422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de caminhão parado na fronteira: ~R$ 1.500/dia — reforça o ganho potencial de cada melhoria de fluxo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Melhoria: Frota, Pessoas e Armazém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1091672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920240"/>
            <a:ext cx="5440680" cy="4114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Frota e pessoas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jornada pós-ADI 5322 (tempo de espera conta como jornada) — reduz passivo trabalhista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Indicadores: km vazio, custo/km, consumo, ocupação, turnover de motoristas e LTIFR (ISO 45001)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Parcerias com SEST SENAT / IFFar / Senac (Técnico em Comex) para formação de motoristas e equipe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440680" cy="41148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37960" y="214884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Armazém Geral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69748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 de estoque, giro e ocupação por m²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avarias e implantação de WMS</a:t>
            </a:r>
            <a:endParaRPr lang="en-US" sz="1300" dirty="0"/>
          </a:p>
          <a:p>
            <a:pPr marL="342900" indent="-342900">
              <a:lnSpc>
                <a:spcPts val="2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 e regulamento formalizados conforme o Decreto 1.102/1903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de referência (mercado)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para comparação com a operação atual da Rigabras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90–95%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melhores operações superam 95%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5968" y="1691640"/>
            <a:ext cx="356616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44568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rodoviária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44568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5h20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referência (TRS Receita)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083296" y="1691640"/>
            <a:ext cx="356616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11896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rodoviária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311896" y="2148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 dias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11896" y="27432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médio de referência (TRS Receita)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6616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Caminhões vazios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~38%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rodando vazio no Brasil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15968" y="3520440"/>
            <a:ext cx="356616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44568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Permanência (Multilog)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15,5 h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exportação, 1º tri/2026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83296" y="3520440"/>
            <a:ext cx="3566160" cy="1600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11896" y="3657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parado na fronteira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311896" y="3977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R$ 1.500/dia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311896" y="4572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estimativa de referência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 sugeridos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3611880" cy="4297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Curto prazo (0–30 dias)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divergências de site e dados cadastrais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documental pré-embarque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Unificar informação de infraestrutura (câmeras, filiais)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389120" y="1691640"/>
            <a:ext cx="3611880" cy="42976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6344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Médio prazo (30–90 dias)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663440" y="251460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Implantar indicadores de fronteira e frota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contingência para rotas/fronteiras críticas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posicionamento digital (site, blog, Instagram)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0" y="1691640"/>
            <a:ext cx="3611880" cy="42976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03920" y="192024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Contínuo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51460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DUIMP, CIOT e Sistema VAI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de motoristas e equipe (SEST SENAT/IFFar/Senac)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do controle de jornada (ADI 5322) e do WMS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RIGABRAS TRANSPORTES  |  Diagnóstico e Oportunidades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0"/>
            <a:ext cx="2313432" cy="6858000"/>
          </a:xfrm>
          <a:prstGeom prst="rect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Dúvidas e discussão sobre prioridades de implementação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126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Elaborado por Otávio — colaborador Rigabras, Uruguaiana/RS  |  Base: fontes públicas, 25/09/2026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2026-09-25T22:46:34Z</dcterms:created>
  <dcterms:modified xsi:type="dcterms:W3CDTF">2026-09-25T22:46:34Z</dcterms:modified>
</cp:coreProperties>
</file>